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8B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월간 발표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0" y="5806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30108 박연우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685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005840" y="2743200"/>
            <a:ext cx="777240" cy="77724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8BB6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소개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3886200"/>
            <a:ext cx="777240" cy="77724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8BB6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886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38862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현황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05840" y="5029200"/>
            <a:ext cx="777240" cy="777240"/>
          </a:xfrm>
          <a:prstGeom prst="hexagon">
            <a:avLst/>
          </a:prstGeom>
          <a:solidFill>
            <a:srgbClr val="FFFFFF"/>
          </a:solidFill>
          <a:ln w="31750">
            <a:solidFill>
              <a:srgbClr val="8BB6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5029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50292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계획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194560" y="502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소개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469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던전을 확장하며 쳐들어오는 모험가를 잡는 게임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68680" y="2084832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던전키퍼 · 던전메이커를 레퍼런스로, 전투는 팀파이트 매니저 방식</a:t>
            </a:r>
            <a:endParaRPr lang="en-US" sz="1500" dirty="0"/>
          </a:p>
        </p:txBody>
      </p:sp>
      <p:pic>
        <p:nvPicPr>
          <p:cNvPr id="6" name="Image 0" descr="dm_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880360"/>
            <a:ext cx="3246120" cy="2029968"/>
          </a:xfrm>
          <a:prstGeom prst="rect">
            <a:avLst/>
          </a:prstGeom>
        </p:spPr>
      </p:pic>
      <p:pic>
        <p:nvPicPr>
          <p:cNvPr id="7" name="Image 1" descr="dm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246120"/>
            <a:ext cx="3108960" cy="1225296"/>
          </a:xfrm>
          <a:prstGeom prst="rect">
            <a:avLst/>
          </a:prstGeom>
        </p:spPr>
      </p:pic>
      <p:pic>
        <p:nvPicPr>
          <p:cNvPr id="8" name="Image 2" descr="tf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063240"/>
            <a:ext cx="3108960" cy="14447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34440" y="4983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Dungeon Keeper / Dungeon Maker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183880" y="4983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Teamfight Manager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194560" y="502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소개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 — "삥뜯기"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상점·주점이 모험가를 치료·버프해주는 대신 골드를 뜯어낸다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무조건 죽이기보다, 살려서 돈 쓰게 한 뒤 금고 직전에 잡는 게 이득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공포 ↑ → 도망 / 탐욕 ↑ → 더 깊이 들어옴</a:t>
            </a:r>
            <a:endParaRPr lang="en-US" sz="14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"얼마나 뜯고, 언제 잡을까"를 저울질하는 재미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6364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 — 팀파이트 매니저 방식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63640" y="224028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유닛을 배치하면 AI가 알아서 싸우는 자동 전투, 역할군별로 행동이 다름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3108960"/>
            <a:ext cx="868680" cy="868680"/>
          </a:xfrm>
          <a:prstGeom prst="ellipse">
            <a:avLst/>
          </a:prstGeom>
          <a:solidFill>
            <a:srgbClr val="5E8C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3108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탱커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89320" y="40050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어그로·후열 보호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26680" y="3108960"/>
            <a:ext cx="868680" cy="868680"/>
          </a:xfrm>
          <a:prstGeom prst="ellipse">
            <a:avLst/>
          </a:prstGeom>
          <a:solidFill>
            <a:srgbClr val="C68A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108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근접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69480" y="40050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흡혈 회복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3108960"/>
            <a:ext cx="868680" cy="868680"/>
          </a:xfrm>
          <a:prstGeom prst="ellipse">
            <a:avLst/>
          </a:prstGeom>
          <a:solidFill>
            <a:srgbClr val="4F7C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3108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원거리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49640" y="40050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카이팅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287000" y="3108960"/>
            <a:ext cx="868680" cy="868680"/>
          </a:xfrm>
          <a:prstGeom prst="ellipse">
            <a:avLst/>
          </a:prstGeom>
          <a:solidFill>
            <a:srgbClr val="8E6B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0" y="31089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서폿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29800" y="40050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힐 오라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484632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스킬·궁극기·집중 공격까지 — 배치만 잘하면 전투 자체가 볼거리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194560" y="502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현황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68680" y="1645920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루프가 처음부터 끝까지 플레이 가능한 상태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6968" y="2478024"/>
            <a:ext cx="164592" cy="164592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40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 확장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931920" y="224028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노드를 이어 넓혀가는 구조 · 입구/통로/함정방/금고/보스방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86968" y="3154680"/>
            <a:ext cx="164592" cy="164592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1693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웨이브 / 일차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931920" y="2916936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포털 설치 시 모험가 파티 등장, 일차가 오를수록 적 강화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86968" y="3831336"/>
            <a:ext cx="164592" cy="164592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59359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931920" y="3593592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주점·상점·광산·함정 동작 (수익·피해·버프)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86968" y="4507992"/>
            <a:ext cx="164592" cy="164592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270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전투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931920" y="4270248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Tree 기반 자동 전투 · 역할별 AI·패시브·스킬·타격감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86968" y="5184648"/>
            <a:ext cx="164592" cy="164592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946904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경영 / 메타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31920" y="4946904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골드·마력·민심·정책·일일 정산·유물 보상·대화 이벤트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10469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던전 짓고 → 유닛 배치 → 웨이브 방어 → 정산·보상 → 다시 확장   (※ 빌드본 시연)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8BB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194560" y="502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계획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10469880" cy="1143000"/>
          </a:xfrm>
          <a:prstGeom prst="roundRect">
            <a:avLst>
              <a:gd name="adj" fmla="val 9600"/>
            </a:avLst>
          </a:prstGeom>
          <a:solidFill>
            <a:srgbClr val="F3F7F1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67712"/>
            <a:ext cx="548640" cy="548640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677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1305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25328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유닛·적·건물·유물·스킬 가짓수를 늘려 빌드와 전략의 폭 확대. 역할군 조합 시너지 강화.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10469880" cy="1143000"/>
          </a:xfrm>
          <a:prstGeom prst="roundRect">
            <a:avLst>
              <a:gd name="adj" fmla="val 9600"/>
            </a:avLst>
          </a:prstGeom>
          <a:solidFill>
            <a:srgbClr val="F3F7F1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639312"/>
            <a:ext cx="548640" cy="548640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5021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밸런스 · 흐름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39044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공포·탐욕·골드 밸런스를 다듬어 핵심 재미를 강화하고, 보스전·후반 난이도 곡선 정비.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709160"/>
            <a:ext cx="10469880" cy="1143000"/>
          </a:xfrm>
          <a:prstGeom prst="roundRect">
            <a:avLst>
              <a:gd name="adj" fmla="val 9600"/>
            </a:avLst>
          </a:prstGeom>
          <a:solidFill>
            <a:srgbClr val="F3F7F1"/>
          </a:solidFill>
          <a:ln w="12700">
            <a:solidFill>
              <a:srgbClr val="DDE7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5010912"/>
            <a:ext cx="548640" cy="548640"/>
          </a:xfrm>
          <a:prstGeom prst="ellipse">
            <a:avLst/>
          </a:prstGeom>
          <a:solidFill>
            <a:srgbClr val="8BB69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0109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873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58B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비주얼 · 연출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5276088"/>
            <a:ext cx="9052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임시 비주얼(사각형 발사체 등)을 본 아트·이펙트로 교체하고 UI 피드백 강화.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858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2026-06-24T06:34:02Z</dcterms:created>
  <dcterms:modified xsi:type="dcterms:W3CDTF">2026-06-24T06:34:02Z</dcterms:modified>
</cp:coreProperties>
</file>